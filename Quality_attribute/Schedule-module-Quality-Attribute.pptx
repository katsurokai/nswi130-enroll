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9" r:id="rId3"/>
    <p:sldId id="276" r:id="rId4"/>
    <p:sldId id="275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5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589" autoAdjust="0"/>
  </p:normalViewPr>
  <p:slideViewPr>
    <p:cSldViewPr snapToGrid="0">
      <p:cViewPr varScale="1">
        <p:scale>
          <a:sx n="89" d="100"/>
          <a:sy n="89" d="100"/>
        </p:scale>
        <p:origin x="429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2937" y="3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5E31E18-244E-06D8-8068-767C70EE7CE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538BE8-C148-4C37-4630-A1C852BF63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DE3FA0-8F4E-4D14-AB5F-099870FBDCEB}" type="datetimeFigureOut">
              <a:rPr lang="en-NZ" smtClean="0"/>
              <a:t>2/01/2025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70D06F-736C-FB50-3973-045AD05DF7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NZ"/>
              <a:t>Sereyboth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7A1F6-B69C-3262-52FF-566B56E055B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B5BD67-3073-4518-802A-1AB77AD3080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119361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F6731-3914-457C-91DA-610B251072D1}" type="datetimeFigureOut">
              <a:rPr lang="en-NZ" smtClean="0"/>
              <a:t>2/01/2025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NZ"/>
              <a:t>Sereyboth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BB123E-30AC-48A5-BA04-31259C0B6FE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971173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3F1AE-610A-4F83-BF3D-BDCC7B7BA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62853-2C9B-FBA7-9E13-D72E736DE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92F84-7148-1DFE-FC0D-9B38A89ED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want to scale up Tickets Database </a:t>
            </a:r>
            <a:endParaRPr lang="en-N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31F65-F88A-AD3B-40BC-C7CB12E941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B123E-30AC-48A5-BA04-31259C0B6FE0}" type="slidenum">
              <a:rPr lang="en-NZ" smtClean="0"/>
              <a:t>3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15427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C0F39-6924-B911-268D-70A134DF4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853922-1B25-9496-FA00-1CB689E22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4AD1CD-D2D2-0516-01F2-00ED419E8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want to scale up Tickets Database </a:t>
            </a:r>
            <a:endParaRPr lang="en-N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57335-E3FF-7AA2-EC4D-CDED6B00CC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B123E-30AC-48A5-BA04-31259C0B6FE0}" type="slidenum">
              <a:rPr lang="en-NZ" smtClean="0"/>
              <a:t>4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975231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B2ED3-1381-6264-8DBF-1A3D2DCC2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A9D12F-66E3-351F-3DD5-C001AF9085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1D01E3-0EF5-58C2-4B1D-4E2C42ACA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want to scale up Tickets Database </a:t>
            </a:r>
            <a:endParaRPr lang="en-N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A479D-6BE0-A6C0-6AA0-E2DE998641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B123E-30AC-48A5-BA04-31259C0B6FE0}" type="slidenum">
              <a:rPr lang="en-NZ" smtClean="0"/>
              <a:t>5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1050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7972D-3FA1-E894-DFC2-D79501713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F19F26-AFE1-C29D-3897-DE2081B6A0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9E8921-C465-6441-5DEB-B7B747681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want to keep using the system when the app is updating (Scale up some services)</a:t>
            </a:r>
            <a:endParaRPr lang="en-N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37A51-7198-F37F-067B-CD4C5DFD6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B123E-30AC-48A5-BA04-31259C0B6FE0}" type="slidenum">
              <a:rPr lang="en-NZ" smtClean="0"/>
              <a:t>6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14100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08F67-908E-A16A-15E9-AF51AB1A2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331BF-D33E-3F24-D413-B483B4970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480EC5-987B-8799-F66A-B2E0DCFC1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want to keep using the system when the app is updating (Scale up some services)</a:t>
            </a:r>
            <a:endParaRPr lang="en-N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66F01-2E77-28BB-5456-1ED139AFD4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B123E-30AC-48A5-BA04-31259C0B6FE0}" type="slidenum">
              <a:rPr lang="en-NZ" smtClean="0"/>
              <a:t>7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12180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86EF3-D9BE-A4A9-C08A-48D8072E2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D22A7C-3692-8CF2-A03E-7A066F4A4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2BA16C-4DD3-8F2D-A285-26039A26E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unable to access Ticket Service</a:t>
            </a:r>
          </a:p>
          <a:p>
            <a:endParaRPr lang="en-US" dirty="0"/>
          </a:p>
          <a:p>
            <a:r>
              <a:rPr lang="en-US" dirty="0"/>
              <a:t>Problem 1: it is not possible to just scale a database by itself since it is pair with application server or the other way around with application server scaling. Cause of tight coupling.</a:t>
            </a:r>
          </a:p>
          <a:p>
            <a:r>
              <a:rPr lang="en-US" dirty="0"/>
              <a:t>Problem 2: downtime on any of the server mean the services and database are both down.</a:t>
            </a:r>
            <a:endParaRPr lang="en-N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A333A-9C33-7D71-72E5-61001B3330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B123E-30AC-48A5-BA04-31259C0B6FE0}" type="slidenum">
              <a:rPr lang="en-NZ" smtClean="0"/>
              <a:t>8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15354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2187-56FA-3698-1215-D2FA3D3D8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3A38B6-96E4-CBD6-0D3A-F704F9834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4FE1F1-A59C-1442-B839-724553AC5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Solution 1: without changing the architecture: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Put Tickets Service on Kubernetes and make multiple replica, synchronization should be handled by Kubernetes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Problem 1 still persist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Problem 2 can be avoided since update some parts of replica while keeping other part running</a:t>
            </a:r>
          </a:p>
          <a:p>
            <a:endParaRPr lang="en-N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762B4-9DC6-9010-6C5C-4546FBCF0E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B123E-30AC-48A5-BA04-31259C0B6FE0}" type="slidenum">
              <a:rPr lang="en-NZ" smtClean="0"/>
              <a:t>9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965578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9846C-8F73-52C9-B601-BC2E7A4C2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CA4D9D-10C0-FE42-EBCF-6EA27D85B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E11687-5CEC-0C42-42B0-9DCAF8103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Solution 2(scalability): separate the application services and databases in the structure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By doing this we can scale each service or database without worry about affecting others.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Availability is high since only 1 service is down at a time with database cache service.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Problem 1 and 2 solved</a:t>
            </a:r>
          </a:p>
          <a:p>
            <a:endParaRPr lang="en-N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A5FEB-9518-10E1-79E6-FCBD1AC49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B123E-30AC-48A5-BA04-31259C0B6FE0}" type="slidenum">
              <a:rPr lang="en-NZ" smtClean="0"/>
              <a:t>10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251259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99FA8-EC63-6214-6235-834797097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2411C3-8B9F-9AB0-A177-3634D22CB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B3C438-FAD2-87DD-DCB1-B8763BDFF6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Solution 2.0(Availability &amp; Performance): use solution 2 and put it on Kubernetes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increase the availability of the system with </a:t>
            </a:r>
            <a:r>
              <a:rPr lang="en-US" dirty="0" err="1"/>
              <a:t>kubernetes</a:t>
            </a:r>
            <a:r>
              <a:rPr lang="en-US" dirty="0"/>
              <a:t> </a:t>
            </a:r>
            <a:r>
              <a:rPr lang="en-US" dirty="0" err="1"/>
              <a:t>loadbalancing</a:t>
            </a:r>
            <a:r>
              <a:rPr lang="en-US" dirty="0"/>
              <a:t>. Also reduce stress on server.</a:t>
            </a:r>
          </a:p>
          <a:p>
            <a:endParaRPr lang="en-N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4E9FB-A036-A68B-0067-1245EF80B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B123E-30AC-48A5-BA04-31259C0B6FE0}" type="slidenum">
              <a:rPr lang="en-NZ" smtClean="0"/>
              <a:t>11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49467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FD61F-DFF9-4A78-BB38-7EA0E8CA36DF}" type="datetime1">
              <a:rPr lang="en-NZ" smtClean="0"/>
              <a:t>2/01/2025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Z"/>
              <a:t>Sereyboth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7631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DD63-6E4C-42EA-B7BA-F9AF865D9F17}" type="datetime1">
              <a:rPr lang="en-NZ" smtClean="0"/>
              <a:t>2/01/2025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Z"/>
              <a:t>Sereyboth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56135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CD9F8-FD7A-437D-AC7E-26816B62567C}" type="datetime1">
              <a:rPr lang="en-NZ" smtClean="0"/>
              <a:t>2/01/2025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Z"/>
              <a:t>Sereyboth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10878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EA8D8-DA16-49D5-8122-F96888DD4131}" type="datetime1">
              <a:rPr lang="en-NZ" smtClean="0"/>
              <a:t>2/01/2025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Z"/>
              <a:t>Sereyboth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80139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0007-97C1-4326-9B1F-F4D62F0C1E1C}" type="datetime1">
              <a:rPr lang="en-NZ" smtClean="0"/>
              <a:t>2/01/2025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Z"/>
              <a:t>Sereyboth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1513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01C0-6D03-4A1F-A66F-85C2A3FFC34F}" type="datetime1">
              <a:rPr lang="en-NZ" smtClean="0"/>
              <a:t>2/01/2025</a:t>
            </a:fld>
            <a:endParaRPr lang="en-NZ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Z"/>
              <a:t>Sereyboth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42790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4B6EA-3BA4-45A0-8BBE-8D17E0AEC488}" type="datetime1">
              <a:rPr lang="en-NZ" smtClean="0"/>
              <a:t>2/01/2025</a:t>
            </a:fld>
            <a:endParaRPr lang="en-NZ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Z"/>
              <a:t>Sereyboth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91267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7DCF-F053-4AF9-9BC7-F9A02960C0A6}" type="datetime1">
              <a:rPr lang="en-NZ" smtClean="0"/>
              <a:t>2/01/2025</a:t>
            </a:fld>
            <a:endParaRPr lang="en-NZ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Z"/>
              <a:t>Sereyboth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94414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EA2F-B611-475B-B232-06196AF1E1B0}" type="datetime1">
              <a:rPr lang="en-NZ" smtClean="0"/>
              <a:t>2/01/2025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Z"/>
              <a:t>Sereyboth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58613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FF763-A691-40B8-8877-8B47375B52CE}" type="datetime1">
              <a:rPr lang="en-NZ" smtClean="0"/>
              <a:t>2/01/2025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Z"/>
              <a:t>Sereyboth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62255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54E3F-EF42-4FC5-AF98-28F9B766ED4F}" type="datetime1">
              <a:rPr lang="en-NZ" smtClean="0"/>
              <a:t>2/01/2025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Z"/>
              <a:t>Sereyboth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82061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E01FC-6BC6-4DC8-9AFE-4DD1C3C492CC}" type="datetime1">
              <a:rPr lang="en-NZ" smtClean="0"/>
              <a:t>2/01/2025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Z"/>
              <a:t>Sereyboth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‹#›</a:t>
            </a:fld>
            <a:endParaRPr lang="en-NZ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4251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E249F-DD67-4618-809E-8B3FDC9D6E42}" type="datetime1">
              <a:rPr lang="en-NZ" smtClean="0"/>
              <a:t>2/01/2025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Z"/>
              <a:t>Sereyboth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59761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1D9EF-E33A-454C-A09D-45274A9FA741}" type="datetime1">
              <a:rPr lang="en-NZ" smtClean="0"/>
              <a:t>2/01/2025</a:t>
            </a:fld>
            <a:endParaRPr lang="en-NZ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Z"/>
              <a:t>Sereyboth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306166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15D3-FAC7-4252-A4AF-A9A32A9643E9}" type="datetime1">
              <a:rPr lang="en-NZ" smtClean="0"/>
              <a:t>2/01/2025</a:t>
            </a:fld>
            <a:endParaRPr lang="en-NZ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Z"/>
              <a:t>Sereyboth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122081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B051-8866-490A-A3E3-C60E7CDAF739}" type="datetime1">
              <a:rPr lang="en-NZ" smtClean="0"/>
              <a:t>2/01/2025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Z"/>
              <a:t>Sereyboth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843688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BEC82-21E3-44A1-8548-530F21E8F18D}" type="datetime1">
              <a:rPr lang="en-NZ" smtClean="0"/>
              <a:t>2/01/2025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Z"/>
              <a:t>Sereyboth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94343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7747CCD-BC0D-4959-8B1E-AD83401B14D4}" type="datetime1">
              <a:rPr lang="en-NZ" smtClean="0"/>
              <a:t>2/01/2025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NZ"/>
              <a:t>Sereyboth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F19A62-FE51-4C30-900B-6AE275B52B4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804847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3D8D4-A024-668D-6F1F-DA4E6110FE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4388" y="1221889"/>
            <a:ext cx="9823224" cy="3329581"/>
          </a:xfrm>
        </p:spPr>
        <p:txBody>
          <a:bodyPr/>
          <a:lstStyle/>
          <a:p>
            <a:r>
              <a:rPr lang="en-US" sz="4400" dirty="0"/>
              <a:t>Previous Project: Enrollment System</a:t>
            </a:r>
            <a:br>
              <a:rPr lang="en-US" sz="4400" dirty="0"/>
            </a:br>
            <a:br>
              <a:rPr lang="en-US" sz="4400" dirty="0"/>
            </a:br>
            <a:r>
              <a:rPr lang="en-US" sz="4400" dirty="0"/>
              <a:t>New Project: Scheduling Module</a:t>
            </a:r>
            <a:endParaRPr lang="en-NZ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B08CBE-9D14-AE9F-4823-6AE00101B8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046" y="5683829"/>
            <a:ext cx="8825658" cy="861420"/>
          </a:xfrm>
        </p:spPr>
        <p:txBody>
          <a:bodyPr>
            <a:normAutofit/>
          </a:bodyPr>
          <a:lstStyle/>
          <a:p>
            <a:r>
              <a:rPr lang="en-US" dirty="0"/>
              <a:t>both, </a:t>
            </a:r>
            <a:r>
              <a:rPr lang="en-US" dirty="0" err="1"/>
              <a:t>Betse</a:t>
            </a:r>
            <a:r>
              <a:rPr lang="en-US" dirty="0"/>
              <a:t>, Vitek, Ivan</a:t>
            </a:r>
            <a:endParaRPr lang="en-N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84037-DB20-4F18-9579-7624C0CEF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33832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1F3B5-B9A8-7640-E693-5EB749D87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4D2EA-87E3-B561-C58B-E8C9725A4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attributes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F8AE9-A224-FDD6-4C27-28DF110D7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209801"/>
            <a:ext cx="10911109" cy="4195481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Scalability, performance, and availability of services [</a:t>
            </a:r>
            <a:r>
              <a:rPr lang="en-US" sz="2400" dirty="0" err="1"/>
              <a:t>Sereyboth</a:t>
            </a:r>
            <a:r>
              <a:rPr lang="en-US" sz="2400" dirty="0"/>
              <a:t>]</a:t>
            </a:r>
          </a:p>
          <a:p>
            <a:pPr algn="just"/>
            <a:r>
              <a:rPr lang="en-US" sz="2400" dirty="0"/>
              <a:t>Unenrollment [</a:t>
            </a:r>
            <a:r>
              <a:rPr lang="en-US" sz="2400" dirty="0" err="1"/>
              <a:t>Betsegaw</a:t>
            </a:r>
            <a:r>
              <a:rPr lang="en-US" sz="2400" dirty="0"/>
              <a:t>]</a:t>
            </a:r>
          </a:p>
          <a:p>
            <a:pPr algn="just"/>
            <a:r>
              <a:rPr lang="en-US" sz="2400" dirty="0"/>
              <a:t>Enrollment History [</a:t>
            </a:r>
            <a:r>
              <a:rPr lang="en-US" sz="2400" dirty="0" err="1"/>
              <a:t>Betsegaw</a:t>
            </a:r>
            <a:r>
              <a:rPr lang="en-US" sz="2400" dirty="0"/>
              <a:t>]</a:t>
            </a:r>
          </a:p>
          <a:p>
            <a:pPr algn="just"/>
            <a:r>
              <a:rPr lang="en-US" sz="2400" dirty="0"/>
              <a:t>Class Material [Vit]</a:t>
            </a:r>
          </a:p>
          <a:p>
            <a:pPr algn="just"/>
            <a:r>
              <a:rPr lang="en-US" sz="2400" dirty="0"/>
              <a:t>Enrollment</a:t>
            </a:r>
            <a:r>
              <a:rPr lang="en-NZ" sz="2400" dirty="0"/>
              <a:t> Accessibility [Ivan]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2AE9A-F000-EA0A-B3C2-D18DD586C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2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7864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9BD20-85EB-E03D-0411-277CBDB9E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5EF2C-B403-1D01-815D-D525290FC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699" y="973868"/>
            <a:ext cx="4845668" cy="2455132"/>
          </a:xfrm>
        </p:spPr>
        <p:txBody>
          <a:bodyPr/>
          <a:lstStyle/>
          <a:p>
            <a:r>
              <a:rPr lang="en-US" sz="2400" dirty="0"/>
              <a:t>Current Structure of the system:</a:t>
            </a:r>
            <a:endParaRPr lang="en-NZ" sz="24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5FBDC41-790F-906A-A1ED-3563CD8F70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958" y="-40342"/>
            <a:ext cx="7152042" cy="6938683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0F8593-00FE-F38C-7CEC-9DAA084D2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3</a:t>
            </a:fld>
            <a:endParaRPr lang="en-NZ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3CB39C-F98D-CC03-70CE-121E3D1A18F1}"/>
              </a:ext>
            </a:extLst>
          </p:cNvPr>
          <p:cNvSpPr txBox="1"/>
          <p:nvPr/>
        </p:nvSpPr>
        <p:spPr>
          <a:xfrm>
            <a:off x="102850" y="6395423"/>
            <a:ext cx="17508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Author: </a:t>
            </a:r>
            <a:r>
              <a:rPr lang="en-US" sz="1400" dirty="0" err="1"/>
              <a:t>Sereyboth</a:t>
            </a:r>
            <a:endParaRPr lang="en-NZ" sz="1400" dirty="0"/>
          </a:p>
        </p:txBody>
      </p:sp>
    </p:spTree>
    <p:extLst>
      <p:ext uri="{BB962C8B-B14F-4D97-AF65-F5344CB8AC3E}">
        <p14:creationId xmlns:p14="http://schemas.microsoft.com/office/powerpoint/2010/main" val="3444764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194CF-4545-036A-B276-AC330EBEE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D374E-9643-6682-441B-6D2753C61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698" y="973868"/>
            <a:ext cx="6158101" cy="2455132"/>
          </a:xfrm>
        </p:spPr>
        <p:txBody>
          <a:bodyPr/>
          <a:lstStyle/>
          <a:p>
            <a:r>
              <a:rPr lang="en-US" sz="2400" dirty="0"/>
              <a:t>Scenario 1: Scalability </a:t>
            </a:r>
            <a:endParaRPr lang="en-NZ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6C52CA-8247-8B81-E09E-32905FC98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4</a:t>
            </a:fld>
            <a:endParaRPr lang="en-NZ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D0E7194-5147-3936-8E8D-3A45AEB254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566" y="2711178"/>
            <a:ext cx="9510868" cy="1860822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71A7F4-589B-3427-CA71-60234E16BAE4}"/>
              </a:ext>
            </a:extLst>
          </p:cNvPr>
          <p:cNvSpPr txBox="1"/>
          <p:nvPr/>
        </p:nvSpPr>
        <p:spPr>
          <a:xfrm>
            <a:off x="102850" y="6395423"/>
            <a:ext cx="17508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Author: </a:t>
            </a:r>
            <a:r>
              <a:rPr lang="en-US" sz="1400" dirty="0" err="1"/>
              <a:t>Sereyboth</a:t>
            </a:r>
            <a:endParaRPr lang="en-NZ" sz="1400" dirty="0"/>
          </a:p>
        </p:txBody>
      </p:sp>
    </p:spTree>
    <p:extLst>
      <p:ext uri="{BB962C8B-B14F-4D97-AF65-F5344CB8AC3E}">
        <p14:creationId xmlns:p14="http://schemas.microsoft.com/office/powerpoint/2010/main" val="4134913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9B21D-92D7-04EE-833C-A8DD45350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05A4E-DF02-CBD3-FAD8-B527779CF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698" y="973868"/>
            <a:ext cx="6158101" cy="2455132"/>
          </a:xfrm>
        </p:spPr>
        <p:txBody>
          <a:bodyPr/>
          <a:lstStyle/>
          <a:p>
            <a:r>
              <a:rPr lang="en-US" sz="2400" dirty="0"/>
              <a:t>Scenario 1: Scalability </a:t>
            </a:r>
            <a:endParaRPr lang="en-NZ" sz="24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E43C9AC-B5C3-5C47-1B63-2C20A6254D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8523" y="-2080076"/>
            <a:ext cx="9292926" cy="8938076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A4284A-35CA-33E6-CF18-F58438B6B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5</a:t>
            </a:fld>
            <a:endParaRPr lang="en-NZ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FB79A6-03C5-92C2-B392-51084A32FF91}"/>
              </a:ext>
            </a:extLst>
          </p:cNvPr>
          <p:cNvSpPr txBox="1"/>
          <p:nvPr/>
        </p:nvSpPr>
        <p:spPr>
          <a:xfrm>
            <a:off x="102850" y="6395423"/>
            <a:ext cx="17508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Author: </a:t>
            </a:r>
            <a:r>
              <a:rPr lang="en-US" sz="1400" dirty="0" err="1"/>
              <a:t>Sereyboth</a:t>
            </a:r>
            <a:endParaRPr lang="en-NZ" sz="1400" dirty="0"/>
          </a:p>
        </p:txBody>
      </p:sp>
    </p:spTree>
    <p:extLst>
      <p:ext uri="{BB962C8B-B14F-4D97-AF65-F5344CB8AC3E}">
        <p14:creationId xmlns:p14="http://schemas.microsoft.com/office/powerpoint/2010/main" val="3799794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17EB2-5682-86AB-A5BE-153B82831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732A1-2D6C-95BB-9950-E76B9DCA8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698" y="973868"/>
            <a:ext cx="6158101" cy="2455132"/>
          </a:xfrm>
        </p:spPr>
        <p:txBody>
          <a:bodyPr/>
          <a:lstStyle/>
          <a:p>
            <a:r>
              <a:rPr lang="en-US" sz="2400" dirty="0"/>
              <a:t>Scenario 2: Availability </a:t>
            </a:r>
            <a:endParaRPr lang="en-NZ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B31D0C-FC08-C0CA-8C6A-0F864E4FE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6</a:t>
            </a:fld>
            <a:endParaRPr lang="en-NZ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9B6F7B0-4F60-CAD4-7665-62FD95B9E6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731" y="2756006"/>
            <a:ext cx="9448615" cy="1848642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C7D08D-95D5-7D8A-EBAA-A1D8C5547AC6}"/>
              </a:ext>
            </a:extLst>
          </p:cNvPr>
          <p:cNvSpPr txBox="1"/>
          <p:nvPr/>
        </p:nvSpPr>
        <p:spPr>
          <a:xfrm>
            <a:off x="102850" y="6395423"/>
            <a:ext cx="17508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Author: </a:t>
            </a:r>
            <a:r>
              <a:rPr lang="en-US" sz="1400" dirty="0" err="1"/>
              <a:t>Sereyboth</a:t>
            </a:r>
            <a:endParaRPr lang="en-NZ" sz="1400" dirty="0"/>
          </a:p>
        </p:txBody>
      </p:sp>
    </p:spTree>
    <p:extLst>
      <p:ext uri="{BB962C8B-B14F-4D97-AF65-F5344CB8AC3E}">
        <p14:creationId xmlns:p14="http://schemas.microsoft.com/office/powerpoint/2010/main" val="689276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45848-7989-9464-CDFF-8FD53CD75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138F5-A93A-DC10-D1B4-8D94C1BA2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698" y="973868"/>
            <a:ext cx="6158101" cy="2455132"/>
          </a:xfrm>
        </p:spPr>
        <p:txBody>
          <a:bodyPr/>
          <a:lstStyle/>
          <a:p>
            <a:r>
              <a:rPr lang="en-US" sz="2400" dirty="0"/>
              <a:t>Scenario 2: Availability </a:t>
            </a:r>
            <a:endParaRPr lang="en-NZ" sz="24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630400D-BAD9-5491-5E33-81CEDA8979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374" y="-1054033"/>
            <a:ext cx="8405421" cy="8084459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718265-E84A-A475-51AA-0B3127286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7</a:t>
            </a:fld>
            <a:endParaRPr lang="en-NZ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DB045A-ED65-7691-278B-D839B1649000}"/>
              </a:ext>
            </a:extLst>
          </p:cNvPr>
          <p:cNvSpPr txBox="1"/>
          <p:nvPr/>
        </p:nvSpPr>
        <p:spPr>
          <a:xfrm>
            <a:off x="102850" y="6395423"/>
            <a:ext cx="17508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Author: </a:t>
            </a:r>
            <a:r>
              <a:rPr lang="en-US" sz="1400" dirty="0" err="1"/>
              <a:t>Sereyboth</a:t>
            </a:r>
            <a:endParaRPr lang="en-NZ" sz="1400" dirty="0"/>
          </a:p>
        </p:txBody>
      </p:sp>
    </p:spTree>
    <p:extLst>
      <p:ext uri="{BB962C8B-B14F-4D97-AF65-F5344CB8AC3E}">
        <p14:creationId xmlns:p14="http://schemas.microsoft.com/office/powerpoint/2010/main" val="40183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7B246-506B-1AD3-D708-30AD2CA04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DA5DB-A72A-AB17-AA97-3E0264DF8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698" y="973868"/>
            <a:ext cx="6158101" cy="2455132"/>
          </a:xfrm>
        </p:spPr>
        <p:txBody>
          <a:bodyPr/>
          <a:lstStyle/>
          <a:p>
            <a:r>
              <a:rPr lang="en-US" sz="2400" dirty="0"/>
              <a:t>Scenario 3: Performance</a:t>
            </a:r>
            <a:endParaRPr lang="en-NZ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13200D-73E0-D83F-99E9-A0336DA5D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8</a:t>
            </a:fld>
            <a:endParaRPr lang="en-NZ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7353854-C0D5-6DA7-338F-4D0717673F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723" y="2866913"/>
            <a:ext cx="9326152" cy="1824682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7E292C-C2DB-7879-CCE6-DBE396B46ADF}"/>
              </a:ext>
            </a:extLst>
          </p:cNvPr>
          <p:cNvSpPr txBox="1"/>
          <p:nvPr/>
        </p:nvSpPr>
        <p:spPr>
          <a:xfrm>
            <a:off x="102850" y="6395423"/>
            <a:ext cx="17508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Author: </a:t>
            </a:r>
            <a:r>
              <a:rPr lang="en-US" sz="1400" dirty="0" err="1"/>
              <a:t>Sereyboth</a:t>
            </a:r>
            <a:endParaRPr lang="en-NZ" sz="1400" dirty="0"/>
          </a:p>
        </p:txBody>
      </p:sp>
    </p:spTree>
    <p:extLst>
      <p:ext uri="{BB962C8B-B14F-4D97-AF65-F5344CB8AC3E}">
        <p14:creationId xmlns:p14="http://schemas.microsoft.com/office/powerpoint/2010/main" val="186038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A7340-E091-9614-DA99-1D6C7C6A7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D78ED-082F-9178-0060-B78BB0A17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698" y="973868"/>
            <a:ext cx="6158101" cy="2455132"/>
          </a:xfrm>
        </p:spPr>
        <p:txBody>
          <a:bodyPr/>
          <a:lstStyle/>
          <a:p>
            <a:r>
              <a:rPr lang="en-US" sz="2400" dirty="0"/>
              <a:t>Propose solution 1: </a:t>
            </a:r>
            <a:endParaRPr lang="en-NZ" sz="24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6FD5063-A1BE-4381-F446-D88AECD787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359" y="-284431"/>
            <a:ext cx="7960232" cy="7747343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50B45B-52A4-A788-F072-5B1461860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9</a:t>
            </a:fld>
            <a:endParaRPr lang="en-NZ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39B50A-3813-B7E4-BB12-F7EBFF9F3AC8}"/>
              </a:ext>
            </a:extLst>
          </p:cNvPr>
          <p:cNvSpPr/>
          <p:nvPr/>
        </p:nvSpPr>
        <p:spPr>
          <a:xfrm>
            <a:off x="3861995" y="1629784"/>
            <a:ext cx="6578301" cy="540033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21D054-18A6-0F7B-495B-56FCB05291CD}"/>
              </a:ext>
            </a:extLst>
          </p:cNvPr>
          <p:cNvSpPr txBox="1"/>
          <p:nvPr/>
        </p:nvSpPr>
        <p:spPr>
          <a:xfrm>
            <a:off x="102850" y="6395423"/>
            <a:ext cx="17508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Author: </a:t>
            </a:r>
            <a:r>
              <a:rPr lang="en-US" sz="1400" dirty="0" err="1"/>
              <a:t>Sereyboth</a:t>
            </a:r>
            <a:endParaRPr lang="en-NZ" sz="1400" dirty="0"/>
          </a:p>
        </p:txBody>
      </p:sp>
    </p:spTree>
    <p:extLst>
      <p:ext uri="{BB962C8B-B14F-4D97-AF65-F5344CB8AC3E}">
        <p14:creationId xmlns:p14="http://schemas.microsoft.com/office/powerpoint/2010/main" val="2217293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28FF0-BD90-4C9C-C3AE-7FF573146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AEBB2-D93E-069C-274B-6EB330082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698" y="973868"/>
            <a:ext cx="6158101" cy="2455132"/>
          </a:xfrm>
        </p:spPr>
        <p:txBody>
          <a:bodyPr/>
          <a:lstStyle/>
          <a:p>
            <a:r>
              <a:rPr lang="en-US" sz="2400" dirty="0"/>
              <a:t>Propose solution 2: </a:t>
            </a:r>
            <a:endParaRPr lang="en-NZ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9BFF60-4A22-0D59-19CA-86562D0D9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10</a:t>
            </a:fld>
            <a:endParaRPr lang="en-NZ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77F9F28-9F7C-D983-64C1-CD1963241A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864" y="-231289"/>
            <a:ext cx="6182606" cy="7299062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EA5D0DE-C9EE-9DB9-2805-43EEBC4897FC}"/>
              </a:ext>
            </a:extLst>
          </p:cNvPr>
          <p:cNvSpPr/>
          <p:nvPr/>
        </p:nvSpPr>
        <p:spPr>
          <a:xfrm>
            <a:off x="6502998" y="2920701"/>
            <a:ext cx="2038574" cy="267327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862596-7865-815A-15B3-3444A0ABE76A}"/>
              </a:ext>
            </a:extLst>
          </p:cNvPr>
          <p:cNvSpPr txBox="1"/>
          <p:nvPr/>
        </p:nvSpPr>
        <p:spPr>
          <a:xfrm>
            <a:off x="102850" y="6395423"/>
            <a:ext cx="17508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Author: </a:t>
            </a:r>
            <a:r>
              <a:rPr lang="en-US" sz="1400" dirty="0" err="1"/>
              <a:t>Sereyboth</a:t>
            </a:r>
            <a:endParaRPr lang="en-NZ" sz="1400" dirty="0"/>
          </a:p>
        </p:txBody>
      </p:sp>
    </p:spTree>
    <p:extLst>
      <p:ext uri="{BB962C8B-B14F-4D97-AF65-F5344CB8AC3E}">
        <p14:creationId xmlns:p14="http://schemas.microsoft.com/office/powerpoint/2010/main" val="637996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F0911-8017-608D-30F0-B488577B9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AFB11-C99F-9BE4-114E-6709850C5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698" y="973868"/>
            <a:ext cx="6158101" cy="2455132"/>
          </a:xfrm>
        </p:spPr>
        <p:txBody>
          <a:bodyPr/>
          <a:lstStyle/>
          <a:p>
            <a:r>
              <a:rPr lang="en-US" sz="2400" dirty="0"/>
              <a:t>Propose solution 3: </a:t>
            </a:r>
            <a:endParaRPr lang="en-NZ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875A61-62A0-D8C0-F249-06308C6E1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11</a:t>
            </a:fld>
            <a:endParaRPr lang="en-NZ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4413B9E-9482-A3E2-C915-60AD2B38D0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5599" y="-53552"/>
            <a:ext cx="6452575" cy="7201839"/>
          </a:xfr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31EC7BF-CF25-514D-6CA4-D91B2A587465}"/>
              </a:ext>
            </a:extLst>
          </p:cNvPr>
          <p:cNvSpPr/>
          <p:nvPr/>
        </p:nvSpPr>
        <p:spPr>
          <a:xfrm>
            <a:off x="4104042" y="3135854"/>
            <a:ext cx="4571999" cy="3722146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764140-251B-B455-EBD6-8D4ABC91203F}"/>
              </a:ext>
            </a:extLst>
          </p:cNvPr>
          <p:cNvSpPr txBox="1"/>
          <p:nvPr/>
        </p:nvSpPr>
        <p:spPr>
          <a:xfrm>
            <a:off x="102850" y="6395423"/>
            <a:ext cx="17508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Author: </a:t>
            </a:r>
            <a:r>
              <a:rPr lang="en-US" sz="1400" dirty="0" err="1"/>
              <a:t>Sereyboth</a:t>
            </a:r>
            <a:endParaRPr lang="en-NZ" sz="1400" dirty="0"/>
          </a:p>
        </p:txBody>
      </p:sp>
    </p:spTree>
    <p:extLst>
      <p:ext uri="{BB962C8B-B14F-4D97-AF65-F5344CB8AC3E}">
        <p14:creationId xmlns:p14="http://schemas.microsoft.com/office/powerpoint/2010/main" val="2672891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BD0E8-5104-013E-39AA-A7EA91B94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578" y="2556734"/>
            <a:ext cx="8825659" cy="1981200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NZ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2D4870-A7B2-50E6-F7D7-27AFCA9EA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19A62-FE51-4C30-900B-6AE275B52B4D}" type="slidenum">
              <a:rPr lang="en-NZ" smtClean="0"/>
              <a:t>12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424598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160</TotalTime>
  <Words>383</Words>
  <Application>Microsoft Office PowerPoint</Application>
  <PresentationFormat>Widescreen</PresentationFormat>
  <Paragraphs>67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Gothic</vt:lpstr>
      <vt:lpstr>Wingdings 3</vt:lpstr>
      <vt:lpstr>Ion</vt:lpstr>
      <vt:lpstr>Previous Project: Enrollment System  New Project: Scheduling Module</vt:lpstr>
      <vt:lpstr>Quality attributes</vt:lpstr>
      <vt:lpstr>Current Structure of the system:</vt:lpstr>
      <vt:lpstr>Scenario 1: Scalability </vt:lpstr>
      <vt:lpstr>Scenario 1: Scalability </vt:lpstr>
      <vt:lpstr>Scenario 2: Availability </vt:lpstr>
      <vt:lpstr>Scenario 2: Availability </vt:lpstr>
      <vt:lpstr>Scenario 3: Performance</vt:lpstr>
      <vt:lpstr>Propose solution 1: </vt:lpstr>
      <vt:lpstr>Propose solution 2: </vt:lpstr>
      <vt:lpstr>Propose solution 3: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 Katsuro</dc:creator>
  <cp:lastModifiedBy>Kai Katsuro</cp:lastModifiedBy>
  <cp:revision>58</cp:revision>
  <dcterms:created xsi:type="dcterms:W3CDTF">2024-11-18T08:17:38Z</dcterms:created>
  <dcterms:modified xsi:type="dcterms:W3CDTF">2025-01-02T10:12:18Z</dcterms:modified>
</cp:coreProperties>
</file>